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ro Alexander Chuj Quijivix" userId="96995e52980c4cd5" providerId="LiveId" clId="{FE391997-C54E-4849-9992-7B9656824151}"/>
    <pc:docChg chg="modSld">
      <pc:chgData name="Isidro Alexander Chuj Quijivix" userId="96995e52980c4cd5" providerId="LiveId" clId="{FE391997-C54E-4849-9992-7B9656824151}" dt="2026-06-05T21:08:04.320" v="0" actId="1076"/>
      <pc:docMkLst>
        <pc:docMk/>
      </pc:docMkLst>
      <pc:sldChg chg="modSp mod">
        <pc:chgData name="Isidro Alexander Chuj Quijivix" userId="96995e52980c4cd5" providerId="LiveId" clId="{FE391997-C54E-4849-9992-7B9656824151}" dt="2026-06-05T21:08:04.320" v="0" actId="1076"/>
        <pc:sldMkLst>
          <pc:docMk/>
          <pc:sldMk cId="0" sldId="264"/>
        </pc:sldMkLst>
        <pc:spChg chg="mod">
          <ac:chgData name="Isidro Alexander Chuj Quijivix" userId="96995e52980c4cd5" providerId="LiveId" clId="{FE391997-C54E-4849-9992-7B9656824151}" dt="2026-06-05T21:08:04.320" v="0" actId="1076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94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 — PROGRAMACIÓN WEB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QuetzalNote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Bloc de Notas Online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+ Firebase Realtime Database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  ·  Isidro Alexander Chuj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1546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Licenciatura en Tecnología de Sistemas Informáticos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del Valle de Guatemala — Campus Altiplano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Web  ·  Ing. Marvin Quiñones  ·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QuetzalNote?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general del proyecto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de notas online inspirado en onlinenotepad.io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WYSIWYG con formato enriquecido (Quill)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en la nube con Firebase REST API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Google y email/contraseña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oscuro, multiidioma (EN/ES/FR/PT)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 a PDF y parafraseador de texto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89204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Académico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de Angular y componentes standalone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Replicación de interfaz real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de REST API (Firebase sin SDK)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de datos en la nube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moderno y responsive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de desarrollo frontend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Requerimientos del Proyecto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Obligatorios y opcionales implementados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02336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completo de notas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Realtime Database via REST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WYSIWYG (Quill)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de errores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Loader/spinner de carga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al eliminar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modular Angular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297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Shape 10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OPCIONALES IMPLEMENTADOS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261872"/>
            <a:ext cx="40233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oscuro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notas a PDF y Word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Papelera con restauración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Google + email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avanzada (Ctrl+K)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multiidioma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deshacer/rehacer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Arrastrar imágenes en editor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y Librerías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completo del proyecto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22960"/>
            <a:ext cx="4251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9144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20624" y="886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12070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— standalone components, signals, Router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901952"/>
            <a:ext cx="4251960" cy="969264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Shape 10"/>
          <p:cNvSpPr/>
          <p:nvPr/>
        </p:nvSpPr>
        <p:spPr>
          <a:xfrm>
            <a:off x="256032" y="1901952"/>
            <a:ext cx="9144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420624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" y="22860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Tipado estático en el 100% del código fuente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2980944"/>
            <a:ext cx="4251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256032" y="2980944"/>
            <a:ext cx="9144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420624" y="3044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" y="33649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Estilos utilitarios — diseño responsive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4059936"/>
            <a:ext cx="4251960" cy="969264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256032" y="4059936"/>
            <a:ext cx="9144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420624" y="41239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Quill / ngx-quill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" y="444398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WYSIWYG con formatos personalizados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4251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9144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4828032" y="8869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28032" y="12070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de notas sin SDK — solo HttpClient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901952"/>
            <a:ext cx="4251960" cy="969264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8" name="Shape 26"/>
          <p:cNvSpPr/>
          <p:nvPr/>
        </p:nvSpPr>
        <p:spPr>
          <a:xfrm>
            <a:off x="4663440" y="1901952"/>
            <a:ext cx="9144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4828032" y="1965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REST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2860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Google y email via Identity Toolkit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980944"/>
            <a:ext cx="42519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2" name="Shape 30"/>
          <p:cNvSpPr/>
          <p:nvPr/>
        </p:nvSpPr>
        <p:spPr>
          <a:xfrm>
            <a:off x="4663440" y="2980944"/>
            <a:ext cx="9144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3" name="Text 31"/>
          <p:cNvSpPr/>
          <p:nvPr/>
        </p:nvSpPr>
        <p:spPr>
          <a:xfrm>
            <a:off x="4828032" y="30449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jsPDF + html2canvas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8032" y="33649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PDFs desde HTML del editor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4059936"/>
            <a:ext cx="4251960" cy="969264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6" name="Shape 34"/>
          <p:cNvSpPr/>
          <p:nvPr/>
        </p:nvSpPr>
        <p:spPr>
          <a:xfrm>
            <a:off x="4663440" y="4059936"/>
            <a:ext cx="91440" cy="9692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7" name="Text 35"/>
          <p:cNvSpPr/>
          <p:nvPr/>
        </p:nvSpPr>
        <p:spPr>
          <a:xfrm>
            <a:off x="4828032" y="41239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SweetAlert2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28032" y="444398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Modales con soporte para tema oscuro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Proyecto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de diseño y estructura de carpetas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83464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256032" y="804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170432"/>
            <a:ext cx="2834640" cy="3703320"/>
          </a:xfrm>
          <a:prstGeom prst="rect">
            <a:avLst/>
          </a:prstGeom>
          <a:solidFill>
            <a:srgbClr val="1E2E42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347472" y="1243584"/>
            <a:ext cx="2633472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(Note, User, Feedback)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NotesService — CRUD Firebase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 — login REST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PdfService, ParaphraserService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LoadingInterceptor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804672"/>
            <a:ext cx="283464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3227832" y="804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27832" y="1170432"/>
            <a:ext cx="2834640" cy="3703320"/>
          </a:xfrm>
          <a:prstGeom prst="rect">
            <a:avLst/>
          </a:prstGeom>
          <a:solidFill>
            <a:srgbClr val="1E2E42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3319272" y="1243584"/>
            <a:ext cx="2633472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TopbarComponent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SidebarComponent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EditorToolbarComponent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Loader, EmptyNotes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UiService, I18nService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804672"/>
            <a:ext cx="283464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6199632" y="804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layouts/ + features/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1170432"/>
            <a:ext cx="2834640" cy="3703320"/>
          </a:xfrm>
          <a:prstGeom prst="rect">
            <a:avLst/>
          </a:prstGeom>
          <a:solidFill>
            <a:srgbClr val="1E2E42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6291072" y="1243584"/>
            <a:ext cx="2633472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MainLayoutComponent (shell)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NoteEditorComponent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rutas (Router)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como bus de estado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components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Rutas — Angular Router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bidireccional URL ↔ Signal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41248"/>
            <a:ext cx="356616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app.routes.ts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1417320" cy="347472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2618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/editor (redirect)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783080"/>
            <a:ext cx="1417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411480" y="17830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'editor'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1417320" cy="347472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411480" y="23042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'pdf'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304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825496"/>
            <a:ext cx="1417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411480" y="28254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'paraphraser'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825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346704"/>
            <a:ext cx="1417320" cy="347472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411480" y="3346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'contact'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20240" y="33467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867912"/>
            <a:ext cx="141732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Text 23"/>
          <p:cNvSpPr/>
          <p:nvPr/>
        </p:nvSpPr>
        <p:spPr>
          <a:xfrm>
            <a:off x="411480" y="38679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'login'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867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389120"/>
            <a:ext cx="1417320" cy="347472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/>
          <p:nvPr/>
        </p:nvSpPr>
        <p:spPr>
          <a:xfrm>
            <a:off x="411480" y="4389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'**'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4389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/editor (fallback)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69080" y="841248"/>
            <a:ext cx="480060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4224528" y="9144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un solo componente?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24528" y="1261872"/>
            <a:ext cx="448056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vistas viven en MainLayoutComponent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vista activa la controla currentView (Signal)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→ signal via NavigationEnd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→ URL via effect()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recargar Quill al cambiar de vista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 del editor persiste entre navegaciones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Principales del 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responsabilidades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41248"/>
            <a:ext cx="86319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82296" cy="9875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57200" y="9052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4358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layouts/main-layout/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950976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principal. Contiene sidebar, topbar, área central y todos los modales.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901952"/>
            <a:ext cx="8631936" cy="987552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256032" y="1901952"/>
            <a:ext cx="82296" cy="98755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shared/components/topbar/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0116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superior adaptativa. Su contenido cambia según la vista activa (editor, PDF, login...).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2962656"/>
            <a:ext cx="863193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Shape 16"/>
          <p:cNvSpPr/>
          <p:nvPr/>
        </p:nvSpPr>
        <p:spPr>
          <a:xfrm>
            <a:off x="256032" y="2962656"/>
            <a:ext cx="82296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457200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shared/components/sidebar/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307238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notas (máx 7). Gestiona creación, eliminación y restauración de la última nota abierta.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" y="4023360"/>
            <a:ext cx="8631936" cy="987552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Shape 21"/>
          <p:cNvSpPr/>
          <p:nvPr/>
        </p:nvSpPr>
        <p:spPr>
          <a:xfrm>
            <a:off x="256032" y="4023360"/>
            <a:ext cx="82296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45720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EditorToolbar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4256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shared/components/editor-toolbar/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413308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Toolbar de Quill con +40 acciones. Se comunica via signal quillInstance.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de Notas — NoteEditorComponent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Auto-guardado, Quill y sincronización reactiva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4251960" cy="196596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Shape 5"/>
          <p:cNvSpPr/>
          <p:nvPr/>
        </p:nvSpPr>
        <p:spPr>
          <a:xfrm>
            <a:off x="256032" y="822960"/>
            <a:ext cx="42519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347472" y="877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effect() de sincronización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2801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 cuando cambia selectedNote(). Solo actualiza Quill si el ID cambió — evita loops y race conditions.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822960"/>
            <a:ext cx="4251960" cy="196596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4718304" y="822960"/>
            <a:ext cx="42519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4809744" y="877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Auto-guardado (debounce 1.5s)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9744" y="12801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1.5s después del último cambio. Si la nota se llama 'Untitled', el primer renglón se convierte en título.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2926080"/>
            <a:ext cx="4251960" cy="196596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256032" y="2926080"/>
            <a:ext cx="42519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347472" y="2980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personalizados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338328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SizeStyle, FontStyle, HorizontalRule y PageBreak usando la librería parchment de Quill.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18304" y="2926080"/>
            <a:ext cx="4251960" cy="1965960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Shape 17"/>
          <p:cNvSpPr/>
          <p:nvPr/>
        </p:nvSpPr>
        <p:spPr>
          <a:xfrm>
            <a:off x="4718304" y="2926080"/>
            <a:ext cx="42519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4809744" y="29809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Importación .docx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9744" y="338328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mammoth.js para extraer HTML del Word y pegarlo con dangerouslyPasteHTML en la posición del cursor.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REST API — Sin SDK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NotesService: CRUD completo via HttpClient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775982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41248"/>
            <a:ext cx="434340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41148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749808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.../notas.json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getNotes()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920240"/>
            <a:ext cx="749808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411480" y="19202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.../notas/{id}.json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getNoteById(id)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578608"/>
            <a:ext cx="749808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411480" y="257860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34440" y="2578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.../notas.json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2871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createNote(data)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236976"/>
            <a:ext cx="7498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411480" y="323697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.../notas/{id}.json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3529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updateNote(id, data)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895344"/>
            <a:ext cx="74980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411480" y="38953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34440" y="3895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.../notas/{id}.json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deleteNote(id)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841248"/>
            <a:ext cx="4041648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/>
          <p:nvPr/>
        </p:nvSpPr>
        <p:spPr>
          <a:xfrm>
            <a:off x="5010912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sin SDK?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1261872"/>
            <a:ext cx="374904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Restricción explícita del proyecto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comprensión de la API REST subyacente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devuelve objeto con IDs como llaves → se mapea a array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de push() son cronológicos → sort desc = más recientes primero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catchError centralizado traduce HTTP codes a mensajes legibles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— Firebase Identity Toolkit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SDK. Flujo OAuth2 completo manual.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Google Sign-In: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389888"/>
            <a:ext cx="585216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256032" y="1737360"/>
            <a:ext cx="1627632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256032" y="1737360"/>
            <a:ext cx="16276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initGoogleSignIn()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" y="219456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Inicializa GIS con Client 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1143000"/>
            <a:ext cx="502920" cy="50292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25603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8960" y="1389888"/>
            <a:ext cx="585216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1993392" y="1737360"/>
            <a:ext cx="1627632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1993392" y="1737360"/>
            <a:ext cx="16276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accounts.id.prompt()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47672" y="219456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Google One Tap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1143000"/>
            <a:ext cx="502920" cy="50292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42976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389888"/>
            <a:ext cx="585216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Shape 20"/>
          <p:cNvSpPr/>
          <p:nvPr/>
        </p:nvSpPr>
        <p:spPr>
          <a:xfrm>
            <a:off x="3730752" y="1737360"/>
            <a:ext cx="1627632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3730752" y="1737360"/>
            <a:ext cx="16276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de Google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85032" y="219456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devuelve ID Token firmado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1143000"/>
            <a:ext cx="502920" cy="50292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60350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83680" y="1389888"/>
            <a:ext cx="585216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8" name="Shape 26"/>
          <p:cNvSpPr/>
          <p:nvPr/>
        </p:nvSpPr>
        <p:spPr>
          <a:xfrm>
            <a:off x="5468112" y="1737360"/>
            <a:ext cx="1627632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5468112" y="1737360"/>
            <a:ext cx="16276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signInWithIdp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2392" y="219456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valida el JWT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0" y="1143000"/>
            <a:ext cx="502920" cy="50292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2" name="Text 30"/>
          <p:cNvSpPr/>
          <p:nvPr/>
        </p:nvSpPr>
        <p:spPr>
          <a:xfrm>
            <a:off x="77724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05472" y="1737360"/>
            <a:ext cx="1627632" cy="384048"/>
          </a:xfrm>
          <a:prstGeom prst="rect">
            <a:avLst/>
          </a:prstGeom>
          <a:solidFill>
            <a:srgbClr val="1E2E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/>
          <p:nvPr/>
        </p:nvSpPr>
        <p:spPr>
          <a:xfrm>
            <a:off x="7205472" y="1737360"/>
            <a:ext cx="162763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setUser()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59752" y="2194560"/>
            <a:ext cx="1719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C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persistida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56032" y="2926080"/>
            <a:ext cx="8631936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7" name="Text 35"/>
          <p:cNvSpPr/>
          <p:nvPr/>
        </p:nvSpPr>
        <p:spPr>
          <a:xfrm>
            <a:off x="411480" y="29718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Email/Password: POST /accounts:signInWithPassword → devuelve idToken.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sesión se restaura al recargar leyendo el usuario de localStorage.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general de capacidades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4754880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200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41248"/>
            <a:ext cx="27432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347472" y="932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1435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Quill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755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Negrita, listas, tablas, imágenes, código, ecuaciones, post-its, dibujo libre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841248"/>
            <a:ext cx="2743200" cy="204825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3273552" y="932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73552" y="1435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Sync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73552" y="1755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Auto-guardado con debounce 1.5s. Persistencia en la nube.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841248"/>
            <a:ext cx="27432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6199632" y="932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99632" y="1435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(Ctrl+K)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9632" y="175564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Filtrado en tiempo real, sort A→Z / Z→A / recientes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017520"/>
            <a:ext cx="2743200" cy="204825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347472" y="3108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🗑️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Papelera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" y="3931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delete. Restauración o eliminación permanente.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3017520"/>
            <a:ext cx="27432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/>
          <p:nvPr/>
        </p:nvSpPr>
        <p:spPr>
          <a:xfrm>
            <a:off x="3273552" y="3108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73552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PDF/Word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73552" y="3931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directa. Vista dedicada 'Text to PDF'.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08192" y="3017520"/>
            <a:ext cx="2743200" cy="204825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/>
          <p:nvPr/>
        </p:nvSpPr>
        <p:spPr>
          <a:xfrm>
            <a:off x="6199632" y="3108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🌙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199632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Oscuro + i18n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99632" y="39319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persistido. Cuatro idiomas: EN, ES, FR, PT.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División de Trabajo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por integrante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188720"/>
            <a:ext cx="4160520" cy="3703320"/>
          </a:xfrm>
          <a:prstGeom prst="rect">
            <a:avLst/>
          </a:prstGeom>
          <a:solidFill>
            <a:srgbClr val="1A2C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393192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MainLayoutComponent (shell + modales)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SidebarComponent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TopbarComponent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EditorToolbarComponent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UiService (estado global de UI)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I18nService (multiidioma)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oscuro y responsive design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Maquetación general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27448" y="804672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727448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27448" y="1188720"/>
            <a:ext cx="4160520" cy="3703320"/>
          </a:xfrm>
          <a:prstGeom prst="rect">
            <a:avLst/>
          </a:prstGeom>
          <a:solidFill>
            <a:srgbClr val="0A1E2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828032" y="1261872"/>
            <a:ext cx="393192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NoteEditorComponent (editor + auto-save)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NotesService (CRUD Firebase REST)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 (Google + email/password)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PdfService (HTML → PDF y Word)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ParaphraserService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LoadingInterceptor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Identity Toolkit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y servicios core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 en Vivo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funcionando en pantalla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41248"/>
            <a:ext cx="27432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🗒️  Crear y editar notas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CRUD completo, auto-guardado y 'Saving...'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841248"/>
            <a:ext cx="2743200" cy="204825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3291840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Búsqueda Ctrl+K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Filtrar, ordenar, renombrar desde el modal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08192" y="841248"/>
            <a:ext cx="27432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6217920" y="9326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Modo oscuro + idioma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3716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de tema y cambio de idioma en tiempo real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017520"/>
            <a:ext cx="2743200" cy="204825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Login con Google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547872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OAuth2 completo sin SDK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3017520"/>
            <a:ext cx="274320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3291840" y="31089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Exportar a PDF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547872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Text to PDF y descarga directa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08192" y="3017520"/>
            <a:ext cx="2743200" cy="2048256"/>
          </a:xfrm>
          <a:prstGeom prst="rect">
            <a:avLst/>
          </a:prstGeom>
          <a:solidFill>
            <a:srgbClr val="D6E8F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6217920" y="31089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 Papelera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547872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nota y restaurarla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Aprendizajes y reflexiones finales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605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256032" y="8046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52144"/>
            <a:ext cx="4160520" cy="3749040"/>
          </a:xfrm>
          <a:prstGeom prst="rect">
            <a:avLst/>
          </a:prstGeom>
          <a:solidFill>
            <a:srgbClr val="1A2C4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3931920" cy="3602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Signals como bus de estado eliminó subscriptions manuales y EventEmitters entre componentes.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una interfaz que replica una app real fue el mayor ejercicio de atención al detalle.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UiService como fuente única de verdad para la UI simplificó la comunicación entre componentes.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27448" y="804672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4727448" y="8046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Isidro Alexander Chuj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7448" y="1152144"/>
            <a:ext cx="4160520" cy="3749040"/>
          </a:xfrm>
          <a:prstGeom prst="rect">
            <a:avLst/>
          </a:prstGeom>
          <a:solidFill>
            <a:srgbClr val="0A1E2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828032" y="1225296"/>
            <a:ext cx="3931920" cy="3602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Firebase sin SDK fue más complejo pero el aprendizaje fue más profundo.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Sincronizar Quill con Angular Signals requirió cuidado para evitar loops infinitos.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8E6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 con Signals es una arquitectura muy sólida para apps reactivas.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395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QuetzalNote — Programación Web 2025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0" y="2852928"/>
            <a:ext cx="45720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274320" y="29992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Gerson Morales  ·  Isidro Alexander Chuj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del Valle de Guatemala — Campus Altiplano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respuestas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1262</Words>
  <Application>Microsoft Office PowerPoint</Application>
  <PresentationFormat>Presentación en pantalla (16:9)</PresentationFormat>
  <Paragraphs>269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QuetzalNote — Proyecto Final</dc:title>
  <dc:subject>PptxGenJS Presentation</dc:subject>
  <dc:creator>PptxGenJS</dc:creator>
  <cp:lastModifiedBy>Isidro Alexander Chuj Quijivix</cp:lastModifiedBy>
  <cp:revision>1</cp:revision>
  <dcterms:created xsi:type="dcterms:W3CDTF">2026-06-05T21:06:44Z</dcterms:created>
  <dcterms:modified xsi:type="dcterms:W3CDTF">2026-06-05T21:08:14Z</dcterms:modified>
</cp:coreProperties>
</file>