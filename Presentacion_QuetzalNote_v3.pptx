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 — PROGRAMACIÓN 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QuetzalNote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74320" y="184708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Bloc de Notas Online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+ Firebase Realtime Database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633472"/>
            <a:ext cx="45720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614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  ·  Isidro Alexander Chuj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09067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Licenciatura en Tecnología de Sistemas Informáticos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del Valle de Guatemala — Campus Altiplano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Web  ·  Ing. Marvin Quiñones  ·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QuetzalNote?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general del proyecto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27448" y="7772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50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de notas online (onlinenotepad.io)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WYSIWYG con Quill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Realtime Database (REST API)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Google + email/contraseña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oscuro, multiidioma (EN/ES/FR/PT)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 PDF y parafraseador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82896" y="850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Académico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2896" y="1170432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de Angular — standalone, signals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Replicación de interfaz real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Firebase sin SDK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 datos en la nube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moderno y responsive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frontend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del Proyecto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Obligatorios y opcionales implementados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18888" y="77724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777240"/>
            <a:ext cx="406908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7772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133856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notas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via REST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WYSIWYG (Quill)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errores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Loader/spinner de carga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al eliminar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modular Angular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18888" y="777240"/>
            <a:ext cx="40690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7772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46904" y="1133856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oscuro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PDF y Word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Papelera con restauración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Google + email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avanzada (Ctrl+K)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multiidioma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deshacer/rehacer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de imágenes en editor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y Librerías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completo del proyecto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77240"/>
            <a:ext cx="82296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3210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4300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components, signals, Router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46504"/>
            <a:ext cx="4251960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746504"/>
            <a:ext cx="82296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0136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112264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Tipado estático en el 100% del código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71576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715768"/>
            <a:ext cx="82296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70632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081528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utilitarios — responsive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685032"/>
            <a:ext cx="4251960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685032"/>
            <a:ext cx="82296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3989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Quill / ngx-quill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05079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WYSIWYG con formatos custom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777240"/>
            <a:ext cx="82296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83210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114300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sin SDK — solo HttpClient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746504"/>
            <a:ext cx="4251960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746504"/>
            <a:ext cx="82296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180136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2112264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Google y email/password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71576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715768"/>
            <a:ext cx="82296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2770632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jsPDF + html2canvas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18888" y="3081528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PDF desde HTML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685032"/>
            <a:ext cx="4251960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685032"/>
            <a:ext cx="82296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73989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SweetAlert2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18888" y="405079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Modales con tema oscuro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Proyecto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 diseño y estructura de carpetas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768096"/>
            <a:ext cx="2834640" cy="3383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6809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106424"/>
            <a:ext cx="2834640" cy="3520440"/>
          </a:xfrm>
          <a:prstGeom prst="rect">
            <a:avLst/>
          </a:prstGeom>
          <a:solidFill>
            <a:srgbClr val="1E2E42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79576"/>
            <a:ext cx="2633472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(Note, User, Feedback)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NotesService — CRUD Firebase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 — login REST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PdfService, ParaphraserService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LoadingInterceptor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768096"/>
            <a:ext cx="2834640" cy="3383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76809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1106424"/>
            <a:ext cx="2834640" cy="3520440"/>
          </a:xfrm>
          <a:prstGeom prst="rect">
            <a:avLst/>
          </a:prstGeom>
          <a:solidFill>
            <a:srgbClr val="1E2E42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179576"/>
            <a:ext cx="2633472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TopbarComponent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SidebarComponent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EditorToolbarComponent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Loader, EmptyNotes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UiService, I18nService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768096"/>
            <a:ext cx="2834640" cy="3383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76809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layouts/ + features/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106424"/>
            <a:ext cx="2834640" cy="3520440"/>
          </a:xfrm>
          <a:prstGeom prst="rect">
            <a:avLst/>
          </a:prstGeom>
          <a:solidFill>
            <a:srgbClr val="1E2E42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179576"/>
            <a:ext cx="2633472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MainLayoutComponent (shell)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NoteEditorComponent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rutas (Router)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como bus de estado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components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Rutas — Angular Router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bidireccional URL ↔ Signal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777240"/>
            <a:ext cx="47731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50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app.routes.ts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170432"/>
            <a:ext cx="1371600" cy="31089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11704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/editor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664208"/>
            <a:ext cx="1371600" cy="310896"/>
          </a:xfrm>
          <a:prstGeom prst="rect">
            <a:avLst/>
          </a:prstGeom>
          <a:solidFill>
            <a:srgbClr val="EB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6642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'editor'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16642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1371600" cy="31089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'pdf'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651760"/>
            <a:ext cx="1371600" cy="310896"/>
          </a:xfrm>
          <a:prstGeom prst="rect">
            <a:avLst/>
          </a:prstGeom>
          <a:solidFill>
            <a:srgbClr val="EB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51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'paraphraser'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145536"/>
            <a:ext cx="1371600" cy="31089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455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'contact'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31455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639312"/>
            <a:ext cx="1371600" cy="310896"/>
          </a:xfrm>
          <a:prstGeom prst="rect">
            <a:avLst/>
          </a:prstGeom>
          <a:solidFill>
            <a:srgbClr val="EB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393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'login'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3639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133088"/>
            <a:ext cx="1371600" cy="31089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33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'**'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4133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/editor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79392" y="850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un solo componente?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79392" y="1170432"/>
            <a:ext cx="44805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vistas viven en MainLayoutComponent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vista activa la controla currentView (Signal)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→ signal: NavigationEnd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→ URL: effect()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recargar Quill al navegar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 del editor persiste entre vistas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Principales del 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responsabilidades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86319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77240"/>
            <a:ext cx="73152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41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161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layouts/main-layout/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88696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principal. Contiene sidebar, topbar, área central y todos los modales.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755648"/>
            <a:ext cx="8631936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55648"/>
            <a:ext cx="73152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19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1396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shared/components/topbar/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186537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superior adaptativa. Contenido cambia según vista activa (editor, PDF, login...).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734056"/>
            <a:ext cx="86319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734056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3118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shared/components/sidebar/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284378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notas (máx 7). Gestiona creación, eliminación y restaura última nota abierta.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3712464"/>
            <a:ext cx="8631936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712464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EditorToolbar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shared/components/editor-toolbar/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88920" y="382219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Toolbar Quill con +40 acciones. Comunica con editor via signal quillInstance.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Notas — NoteEditorComponent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Auto-guardado, Quill y sincronización reactiva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4251960" cy="187452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77240"/>
            <a:ext cx="4251960" cy="3383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effect() de sincronización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197864"/>
            <a:ext cx="40416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cuando cambia selectedNote(). Solo actualiza Quill si el ID cambió — evita loops.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18304" y="777240"/>
            <a:ext cx="4251960" cy="187452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777240"/>
            <a:ext cx="4251960" cy="3383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822960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Auto-guardado (debounce 1.5s)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1197864"/>
            <a:ext cx="40416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1.5s después del último cambio. Primer renglón se convierte en título si es 'Untitled'.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2715768"/>
            <a:ext cx="4251960" cy="187452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715768"/>
            <a:ext cx="4251960" cy="3383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76148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personalizados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3136392"/>
            <a:ext cx="40416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SizeStyle, FontStyle, HorizontalRule y PageBreak en Quill via parchment.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18304" y="2715768"/>
            <a:ext cx="4251960" cy="187452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8304" y="2715768"/>
            <a:ext cx="4251960" cy="3383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276148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.docx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3136392"/>
            <a:ext cx="40416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mammoth.js extrae HTML del Word y lo pega en la posición del cursor.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REST API — Sin SDK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NotesService: CRUD completo via HttpClient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343400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77240"/>
            <a:ext cx="4041648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50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152144"/>
            <a:ext cx="74980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521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1152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42646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getNotes()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810512"/>
            <a:ext cx="74980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105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notas/{id}.json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208483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getNoteById(id)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468880"/>
            <a:ext cx="749808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688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notas.json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createNote(data)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127248"/>
            <a:ext cx="74980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27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notas/{id}.json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340156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updateNote(id, data)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785616"/>
            <a:ext cx="74980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856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notas/{id}.json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34440" y="405993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deleteNote(id)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850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sin SDK?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1152144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Restricción explícita del proyecto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comprensión de la REST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devuelve objeto → se mapea a array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push() cronológicos → sort desc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catchError centralizado para todos los métodos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— Firebase Identity Toolkit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SDK. Flujo OAuth2 completo manual.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76809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Google Sign-In: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2104" y="1078992"/>
            <a:ext cx="457200" cy="4572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35024" y="1307592"/>
            <a:ext cx="612648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609344"/>
            <a:ext cx="1627632" cy="45720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initGoogleSignIn()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13055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 GIS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Client 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9464" y="1078992"/>
            <a:ext cx="457200" cy="4572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72384" y="1307592"/>
            <a:ext cx="612648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1609344"/>
            <a:ext cx="1627632" cy="45720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accounts.id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.prompt()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75104" y="213055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Google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06824" y="1078992"/>
            <a:ext cx="457200" cy="4572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0682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09744" y="1307592"/>
            <a:ext cx="612648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1609344"/>
            <a:ext cx="1627632" cy="45720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de Google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12464" y="213055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devuelve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Token firmado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078992"/>
            <a:ext cx="457200" cy="4572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4418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47104" y="1307592"/>
            <a:ext cx="612648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1609344"/>
            <a:ext cx="1627632" cy="45720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signInWithIdp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9824" y="213055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valida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JWT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81544" y="1078992"/>
            <a:ext cx="457200" cy="4572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8154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205472" y="1609344"/>
            <a:ext cx="1627632" cy="45720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setUser()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+localStorage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87184" y="213055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persistida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Signal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" y="2834640"/>
            <a:ext cx="8631936" cy="530352"/>
          </a:xfrm>
          <a:prstGeom prst="rect">
            <a:avLst/>
          </a:prstGeom>
          <a:solidFill>
            <a:srgbClr val="1A2E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87121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Email/Password: POST /accounts:signInWithPassword → devuelve idToken.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sesión se restaura al recargar leyendo el usuario de localStorage.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56032" y="3493008"/>
            <a:ext cx="8631936" cy="1097280"/>
          </a:xfrm>
          <a:prstGeom prst="rect">
            <a:avLst/>
          </a:prstGeom>
          <a:solidFill>
            <a:srgbClr val="16253A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54787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Firebase SDK · HttpClient de Angular es suficiente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sesión se guarda en localStorage y en un Signal reactivo, por lo que todos los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que dependen de authService.isAuthenticated() se actualizan automáticamente.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 de capacidades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663440"/>
            <a:ext cx="2560320" cy="246888"/>
          </a:xfrm>
          <a:prstGeom prst="roundRect">
            <a:avLst>
              <a:gd name="adj" fmla="val 22222"/>
            </a:avLst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50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307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Quill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Negrita, listas, tablas, imágenes, código, ecuaciones, dibujo libre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777240"/>
            <a:ext cx="2743200" cy="1847088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850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73552" y="1307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Sync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73552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Auto-guardado debounce 1.5s. Persistencia en nube.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77724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850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99632" y="1307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(Ctrl+K)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9632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en tiempo real, sort A→Z/Z→A/recientes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697480"/>
            <a:ext cx="2743200" cy="1847088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70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" y="3227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Papelera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delete. Restauración o eliminación permanente.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269748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2770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73552" y="3227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PDF/Word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73552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directa. Vista dedicada Text to PDF.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08192" y="2697480"/>
            <a:ext cx="2743200" cy="1847088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2770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99632" y="3227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Oscuro + i18n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9632" y="3520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persistido. EN/ES/FR/PT sin recargar.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División de Trabajo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por integrante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41605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680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4160520" cy="3474720"/>
          </a:xfrm>
          <a:prstGeom prst="rect">
            <a:avLst/>
          </a:prstGeom>
          <a:solidFill>
            <a:srgbClr val="1A2C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MainLayoutComponent (shell + modales)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SidebarComponent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TopbarComponent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EditorToolbarComponent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UiService (estado global)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I18nService (multiidioma)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oscuro + responsive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Maquetación general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27448" y="768096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7680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27448" y="1115568"/>
            <a:ext cx="4160520" cy="3474720"/>
          </a:xfrm>
          <a:prstGeom prst="rect">
            <a:avLst/>
          </a:prstGeom>
          <a:solidFill>
            <a:srgbClr val="0A1E2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18872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NoteEditorComponent (editor + auto-save)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NotesService (CRUD Firebase REST)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 (Google + email/password)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PdfService (HTML → PDF y Word)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ParaphraserService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LoadingInterceptor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Identity Toolkit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y servicios core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en Vivo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funcionando en pantalla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68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🗒️  Crear y editar notas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5272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completo, auto-guardado y 'Saving...'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777240"/>
            <a:ext cx="2743200" cy="1847088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868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Búsqueda Ctrl+K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73552" y="125272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Filtrar, ordenar, renombrar desde el modal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08192" y="77724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868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Modo oscuro + idioma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9632" y="125272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de tema y cambio de idioma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697480"/>
            <a:ext cx="2743200" cy="1847088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Login con Google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317296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OAuth2 completo sin SDK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2697480"/>
            <a:ext cx="2743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Export a 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73552" y="317296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Text to PDF y descarga directa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08192" y="2697480"/>
            <a:ext cx="2743200" cy="1847088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 Papelera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317296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nota y restaurarla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Aprendizajes y reflexiones finales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768096"/>
            <a:ext cx="416052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680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4160520" cy="3493008"/>
          </a:xfrm>
          <a:prstGeom prst="rect">
            <a:avLst/>
          </a:prstGeom>
          <a:solidFill>
            <a:srgbClr val="1A2C4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931920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Signals como bus de estado eliminó subscriptions manuales entre componentes.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Replicar una interfaz real fue el mayor ejercicio de atención al detalle en UX.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UiService como fuente única de verdad simplificó la comunicación sin acoplamiento directo.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27448" y="768096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7680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1097280"/>
            <a:ext cx="4160520" cy="3493008"/>
          </a:xfrm>
          <a:prstGeom prst="rect">
            <a:avLst/>
          </a:prstGeom>
          <a:solidFill>
            <a:srgbClr val="0A1E2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170432"/>
            <a:ext cx="3931920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sin SDK: más complejo pero aprendizaje más profundo del flujo OAuth2.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Sincronizar Quill con Signals requirió cuidado especial para evitar loops infinitos.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 con Signals es una arquitectura sólida para apps reactivas medianas.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3957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QuetzalNote — Programación Web 2025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96265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  ·  Isidro Alexander Chuj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del Valle de Guatemala — Campus Altiplano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8221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respuestas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QuetzalNote — Proyecto Final</dc:title>
  <dc:subject>PptxGenJS Presentation</dc:subject>
  <dc:creator>PptxGenJS</dc:creator>
  <cp:lastModifiedBy>PptxGenJS</cp:lastModifiedBy>
  <cp:revision>1</cp:revision>
  <dcterms:created xsi:type="dcterms:W3CDTF">2026-06-05T21:13:20Z</dcterms:created>
  <dcterms:modified xsi:type="dcterms:W3CDTF">2026-06-05T21:13:20Z</dcterms:modified>
</cp:coreProperties>
</file>